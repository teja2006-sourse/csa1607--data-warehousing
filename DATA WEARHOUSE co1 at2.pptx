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96F8-14DD-1DE1-2282-79C38B87A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557AF-0C58-D937-688E-422964274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118C3-2F25-F6D0-08EA-EFDCAD2B9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7DE7-7068-435E-9B91-FF367D2EC4F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8BBAA-368F-80B4-77D4-53FA29DF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82D36-48B5-E08A-1B0C-326AD027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7A0-7CEF-4FFA-B665-0BAD8DB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21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0B0C9-F2D1-1276-DE21-A3C8801F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2C276-52C6-101B-AC79-05039B398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1BFF8-FAAD-0B49-B052-C19A648A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7DE7-7068-435E-9B91-FF367D2EC4F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32B7-96D9-7AFD-31B5-5FD97F02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1A785-CBE0-C855-FC14-A2490C06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7A0-7CEF-4FFA-B665-0BAD8DB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06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7E4A4-D876-E453-B37C-0A4098214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6F216-516B-53DE-7A9E-A4FC10D1F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401AB-A345-8296-1471-4FADCA0E8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7DE7-7068-435E-9B91-FF367D2EC4F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7A43A-E4D3-2939-C04E-BA9C50D3B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FFA0-E32F-D161-FCAB-05372B96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7A0-7CEF-4FFA-B665-0BAD8DB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51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25527-BB6F-6F6D-337F-81941909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6481A-2F0D-D077-28F3-192039CA4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D83BF-6213-F470-A0D2-5CF434840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2D1E4-DA66-8DC4-BFF9-C61072C73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7DE7-7068-435E-9B91-FF367D2EC4F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28FAF-FE6D-F123-509C-72A18D3F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BD5CF-8E41-CE77-D07B-8771112F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7A0-7CEF-4FFA-B665-0BAD8DB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66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CBC19-3D4F-8A02-8D57-DDAC71B71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CD30C-0A6C-E0F5-F89A-959504F90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9A132-E73A-C344-3DB7-2FFD364CE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854BB-8659-8733-D5AE-A59BF5B0FA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C1F45A-1C51-9CB6-5E75-A8BA28CCC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862304-E09C-F2E3-C62D-5601D0C1A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7DE7-7068-435E-9B91-FF367D2EC4F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C9FC6A-2415-29EE-8FE2-9E04B2E55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80CF71-1957-D0F5-607E-67F015FB4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7A0-7CEF-4FFA-B665-0BAD8DB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85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D33B-B9B3-0C5B-9809-C8FB7DA4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76039-0CAF-D9EE-2C7D-A0B4BB8E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7DE7-7068-435E-9B91-FF367D2EC4F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8B4C69-0D19-0588-E180-4699042B2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3350E8-F97E-1209-850C-090F9DC8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7A0-7CEF-4FFA-B665-0BAD8DB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881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FC0B45-5F2A-235D-874B-C78EFDFB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7DE7-7068-435E-9B91-FF367D2EC4F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A5A2C-B004-DCC1-342A-D3F5717A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16943-47B5-DF43-88B9-5BE08806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7A0-7CEF-4FFA-B665-0BAD8DB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579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AE97-9EF3-9B22-9385-1FDFAECF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93DA7-43C4-3903-36FC-2BA65D249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97E6D-58CD-961F-7560-B547DDB17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59762-FC84-6B59-46FB-76C3F2C5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7DE7-7068-435E-9B91-FF367D2EC4F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26B2F-3E92-F407-F7C9-A2CE5FA8B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DCBE5-AB10-78A7-36D4-026533C6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7A0-7CEF-4FFA-B665-0BAD8DB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8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9605-AFF9-D900-5D6C-3A053D7C0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A5157-DAA3-3951-2BF2-7506E3CCAA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D3330-5A5C-C9DD-2FA5-0179B5D83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DC01D-AE1F-D40F-8D82-CDA6DBD9B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7DE7-7068-435E-9B91-FF367D2EC4F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7B5C4-EE43-08D6-8ED7-4C691A262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54B0D-0CD3-C088-8FF5-A58667D7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7A0-7CEF-4FFA-B665-0BAD8DB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603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E0FD-6EE2-4112-88E1-E37A5FCB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CE32C-47CC-3829-8391-751154D5D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C50B9-C55F-E4A1-2ED2-90E201370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7DE7-7068-435E-9B91-FF367D2EC4F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3FDBC-B4DC-DFBC-5921-9A4FCBCA1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AA03B-F4B8-C122-9503-F9DD4271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7A0-7CEF-4FFA-B665-0BAD8DB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85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C527D-BDA3-BEE4-E187-895813E37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610CF-37F1-F5A1-6CED-CD7C45082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074D3-9C15-DCFB-09A5-3963F17AB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7DE7-7068-435E-9B91-FF367D2EC4F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5D104-71BF-A037-0679-8BD91B1E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458EB-78B6-CE09-A027-E29B2EF2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7A0-7CEF-4FFA-B665-0BAD8DB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19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425E0-098F-AEC9-13CB-DD1F8A024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FDD99-AE89-C804-E6E1-977A1CCB9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45B74-4355-EC4C-2C93-F1AE725C6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27DE7-7068-435E-9B91-FF367D2EC4F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3C44E-1893-B31A-E84C-5E82A9F71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C4CB6-E80E-30A2-B61C-D42DFC313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967A0-7CEF-4FFA-B665-0BAD8DB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978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05241-51FC-3B9F-5DB6-EA209B3A2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FE811-A62C-14C8-57A9-FEBE0ED54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834E55-55DC-481C-E67B-87551B829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95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krishna teja yandra</dc:creator>
  <cp:lastModifiedBy>surya krishna teja yandra</cp:lastModifiedBy>
  <cp:revision>1</cp:revision>
  <dcterms:created xsi:type="dcterms:W3CDTF">2026-07-20T05:19:30Z</dcterms:created>
  <dcterms:modified xsi:type="dcterms:W3CDTF">2026-07-20T05:19:30Z</dcterms:modified>
</cp:coreProperties>
</file>