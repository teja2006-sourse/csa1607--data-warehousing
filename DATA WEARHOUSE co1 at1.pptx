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E5EE-9030-CD83-7A4B-24AF13485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703F7-0CF9-ACA0-6B6A-53C2090C4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48A5-2A43-8DA3-5DEF-3D3F4CEF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DFF9-5B22-8A51-6439-4C335E57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83ED0-9DB5-1769-64AF-AEC2315D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43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031C-97F9-0D78-788A-C8F01219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119C-792E-1D2E-EBD4-FC0C8CC0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F4E4-6A50-2B1A-0A41-D9DA16F6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B570C-F955-FDD8-1B0F-3CC6E16A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E3AA4-E4F1-3FC8-2E56-02E6E3EB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8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5EBC-032D-BA20-9AE0-1C470D27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00E11-F69B-55A4-F6E0-7E74CE25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9AB63-2329-62B5-1ADF-68B8D89B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E5D7-932A-1496-52BB-D62546D3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EF527-26D8-1288-63CE-0BE063BB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5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9B07-8A5A-5B6E-7190-E261A6C6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65AC0-FBD2-8E54-AD2A-B425ED7F5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3AEC7-C5FB-1819-ACFE-E7C690810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513C4-E48E-D3B6-8C3B-AC2FA0D0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51D9F-BF6D-4842-9B3E-06C31262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B6F34-68B0-3470-B4C6-73924EED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800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6CF3-E7C3-9036-E5C2-B3D46300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03FF7-E627-1704-2FB5-CE58B37C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D17CE-1D55-34C4-DCF5-EECB716A5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355D-DD2A-8020-57C7-254C2D871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AF48F-9043-EEBA-3DBF-0B8086C0A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3BF57-028F-502E-A21D-C57D5351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25FF67-5F7B-A214-4F35-69F1CE5D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4C66C-CFFE-CAA6-9DF2-D919CC14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7CD-9D59-718F-1CF1-436BF3CB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89DBA-BFC1-4903-AE7F-9AB3DC82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C3741-E6F2-8846-1CE0-4334E7DA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12787-E87B-CF97-9F42-146B676F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31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C4556-6A0D-182E-A864-BD9967AE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7FE39-FBCC-479D-C18B-14E76E59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FD6A1-E8CB-D080-23D6-F8DD615F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3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73AA-B692-5993-B9FA-DCDCADDA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2C2A1-1EBB-70BB-2007-3009A3DD7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0D877-8A02-1A33-620A-A1FA00655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DAC8-0B37-2C1F-1D45-F477BCFA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25493-3E44-2027-D21A-4A1462B9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863CA-9192-B639-7823-29F26290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AAE9-4166-7B7F-208F-E3C0E3C1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5A27F9-9B9B-F7F6-809E-344E902FA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1128E-26BE-14B0-DA4F-2DB32B63D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3D56C-298F-7B18-F3E9-1EA6B9D5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71DB9-89B9-3FED-97EC-9E2541BB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ECACF-63AD-DF13-C71F-DC515CB0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58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E393-BD94-B49C-F1A7-09122689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59D80-1385-8894-E450-291C932B7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D2C4B-A851-593C-3DCA-99B07756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30C90-6738-AC03-0CC4-C2342E01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97AF-5B69-A80B-06A0-0F69BD2C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0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0BE69-4152-44E8-340F-AA2C3CD41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EE68D-6075-7AE2-B12F-BDEEC9254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E0EEB-774C-CCE7-9EA2-4A38F86E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9D154-FC95-4C78-3E17-F8630096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5BEA5-584F-EF79-DE4A-E1D8C4FC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2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FFC28-0104-3B09-53F1-E2E0E3E2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ECA13-6064-A942-A2A2-9AFF26BF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EC3E1-716D-1A5A-8A98-78BD0801D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6CF48-EE6E-4CC1-B97F-656ADF2F9FF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7F3D-7C12-ADC0-0397-010F9C72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6F51-D854-EB47-E661-6A0042D8E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95AB8-9E55-4579-959B-31E5FED1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7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E187-4645-D2E6-0705-FF7C0FB56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2519028"/>
            <a:ext cx="9144000" cy="1529557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Architecture and ETL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2848C-5E85-D8E3-F1C9-1905DDA8D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143" y="4338972"/>
            <a:ext cx="3824748" cy="1655762"/>
          </a:xfrm>
        </p:spPr>
        <p:txBody>
          <a:bodyPr/>
          <a:lstStyle/>
          <a:p>
            <a:r>
              <a:rPr lang="en-IN" dirty="0"/>
              <a:t>Presented By-</a:t>
            </a:r>
          </a:p>
          <a:p>
            <a:r>
              <a:rPr lang="en-IN" dirty="0"/>
              <a:t>Surya Krishna Teja Yandra</a:t>
            </a:r>
          </a:p>
          <a:p>
            <a:r>
              <a:rPr lang="en-IN" dirty="0"/>
              <a:t>(192425065)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4070F-9BBC-455E-F8F9-742B8BBB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55"/>
            <a:ext cx="12192000" cy="1054608"/>
          </a:xfrm>
          <a:prstGeom prst="rect">
            <a:avLst/>
          </a:prstGeom>
        </p:spPr>
      </p:pic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C9B789EE-9A37-BFD3-AF1B-862B422A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904" y="0"/>
            <a:ext cx="8804191" cy="1939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127B7-7AC6-D8D7-1E24-861CD04C5C59}"/>
              </a:ext>
            </a:extLst>
          </p:cNvPr>
          <p:cNvSpPr txBox="1"/>
          <p:nvPr/>
        </p:nvSpPr>
        <p:spPr>
          <a:xfrm>
            <a:off x="2812026" y="1939384"/>
            <a:ext cx="6705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CSA1607 - DATA WAREHOUSING AND DATA MINING</a:t>
            </a:r>
          </a:p>
        </p:txBody>
      </p:sp>
    </p:spTree>
    <p:extLst>
      <p:ext uri="{BB962C8B-B14F-4D97-AF65-F5344CB8AC3E}">
        <p14:creationId xmlns:p14="http://schemas.microsoft.com/office/powerpoint/2010/main" val="116453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04B7-51AA-A293-BF02-6AA1367F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1983-2959-CF4A-0E11-CDE91700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477"/>
            <a:ext cx="10515600" cy="2707046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is a centralized repository that stores data from multiple sources.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for reporting, analysis, and decision-making.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stores historical data rather than day-to-day transaction data.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single, consistent view of organizational data.</a:t>
            </a:r>
          </a:p>
        </p:txBody>
      </p:sp>
    </p:spTree>
    <p:extLst>
      <p:ext uri="{BB962C8B-B14F-4D97-AF65-F5344CB8AC3E}">
        <p14:creationId xmlns:p14="http://schemas.microsoft.com/office/powerpoint/2010/main" val="386297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673A-1F06-8F3A-82F3-16FDC8EB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CD8068-D90C-510D-15B5-89F0B51D2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3737" y="1946966"/>
            <a:ext cx="57245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1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EFD7-0FD9-3E68-BCC1-7DFB6CFA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34FE8-E91C-120C-C9DF-D8B1F85AB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 databases, files, and applications.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Cleans, filters, and converts data into a standard format.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processed data in the data warehouse.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quality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accurate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97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5804-5442-4D60-171B-34F596F8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E30DB-9080-D12E-5EBA-D4740444C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655" y="1690688"/>
            <a:ext cx="7784690" cy="429987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 Customer transaction analysis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Retail: Sales and inventory management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Patient record analysis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Student performance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05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A1FD-B93A-5301-914D-DC4A2AD3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A0821-9C05-B5E4-5AD2-11E6818AC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2300" y="1996819"/>
            <a:ext cx="5867400" cy="28643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reporting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business intelligence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integrated data</a:t>
            </a:r>
          </a:p>
        </p:txBody>
      </p:sp>
    </p:spTree>
    <p:extLst>
      <p:ext uri="{BB962C8B-B14F-4D97-AF65-F5344CB8AC3E}">
        <p14:creationId xmlns:p14="http://schemas.microsoft.com/office/powerpoint/2010/main" val="62843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C60B-7D94-E049-EC6F-49A6BAB1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65217-EA3C-DF53-0A68-17C711D93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3923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warehouses organize data from multiple sources into a central repository.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prepares data for accurate storage and analysis.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use data warehouses to generate reports,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trends, and make informed business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83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Data Warehousing Architecture and ETL Process</vt:lpstr>
      <vt:lpstr>Data Warehouse</vt:lpstr>
      <vt:lpstr>Data Warehouse Architecture</vt:lpstr>
      <vt:lpstr>ETL Process</vt:lpstr>
      <vt:lpstr>Applications</vt:lpstr>
      <vt:lpstr>Advantages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krishna teja yandra</dc:creator>
  <cp:lastModifiedBy>surya krishna teja yandra</cp:lastModifiedBy>
  <cp:revision>1</cp:revision>
  <dcterms:created xsi:type="dcterms:W3CDTF">2026-07-20T05:13:38Z</dcterms:created>
  <dcterms:modified xsi:type="dcterms:W3CDTF">2026-07-20T05:13:38Z</dcterms:modified>
</cp:coreProperties>
</file>